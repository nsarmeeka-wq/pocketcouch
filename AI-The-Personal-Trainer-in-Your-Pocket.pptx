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Saira Medium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.png"/><Relationship Id="rId14" Type="http://schemas.openxmlformats.org/officeDocument/2006/relationships/image" Target="../media/image-6-2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3030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1870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PocketCoach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092821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AI: The Personal Trainer in Your Pocket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5233360" y="4821833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Team: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Error404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Members: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Sarmeeka N, Sanjay K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3030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3360" y="1280815"/>
            <a:ext cx="2518407" cy="287139"/>
          </a:xfrm>
          <a:prstGeom prst="roundRect">
            <a:avLst>
              <a:gd name="adj" fmla="val 47396"/>
            </a:avLst>
          </a:prstGeom>
          <a:solidFill>
            <a:srgbClr val="4B1E01"/>
          </a:solidFill>
          <a:ln/>
        </p:spPr>
      </p:sp>
      <p:sp>
        <p:nvSpPr>
          <p:cNvPr id="5" name="Text 2"/>
          <p:cNvSpPr/>
          <p:nvPr/>
        </p:nvSpPr>
        <p:spPr>
          <a:xfrm>
            <a:off x="5346765" y="1337469"/>
            <a:ext cx="290118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2: WHAT IS POCKETCOACH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33360" y="164355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Personal Trainer in Your Pocket</a:t>
            </a:r>
            <a:endParaRPr lang="en-US" sz="3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3108325"/>
            <a:ext cx="6296860" cy="11399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49364" y="3322737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Vision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549364" y="3731419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Democratizing elite sports coaching through AI.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437261"/>
            <a:ext cx="6296860" cy="11399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49364" y="4651673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Tagline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5549364" y="5060355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"Professional feedback for every athlete, anywhere."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47403"/>
            <a:ext cx="1824686" cy="287139"/>
          </a:xfrm>
          <a:prstGeom prst="roundRect">
            <a:avLst>
              <a:gd name="adj" fmla="val 47396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04057"/>
            <a:ext cx="22074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3: THE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101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Gap in Solo Training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684264"/>
            <a:ext cx="5476043" cy="2726333"/>
          </a:xfrm>
          <a:prstGeom prst="roundRect">
            <a:avLst>
              <a:gd name="adj" fmla="val 9984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873276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Privilege Divide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3357563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Multi-million dollar coaching staffs track micro-flaws for pros.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4357" y="415141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Everyday Struggle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14357" y="4635698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Everyday players and kids training alone have zero real-time guidance on form.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287327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Result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32776" y="335756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 progress, poor mechanics, and higher risk of injury from bad habits.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3030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3360" y="1286371"/>
            <a:ext cx="2844332" cy="287139"/>
          </a:xfrm>
          <a:prstGeom prst="roundRect">
            <a:avLst>
              <a:gd name="adj" fmla="val 47396"/>
            </a:avLst>
          </a:prstGeom>
          <a:solidFill>
            <a:srgbClr val="4B1E01"/>
          </a:solidFill>
          <a:ln/>
        </p:spPr>
      </p:sp>
      <p:sp>
        <p:nvSpPr>
          <p:cNvPr id="5" name="Text 2"/>
          <p:cNvSpPr/>
          <p:nvPr/>
        </p:nvSpPr>
        <p:spPr>
          <a:xfrm>
            <a:off x="5346765" y="1343025"/>
            <a:ext cx="32271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4: THE SOLUTION &amp; FLEXIBILITY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33360" y="164911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Introducing PocketCoach AI</a:t>
            </a:r>
            <a:endParaRPr lang="en-US" sz="3700" dirty="0"/>
          </a:p>
        </p:txBody>
      </p:sp>
      <p:sp>
        <p:nvSpPr>
          <p:cNvPr id="7" name="Shape 4"/>
          <p:cNvSpPr/>
          <p:nvPr/>
        </p:nvSpPr>
        <p:spPr>
          <a:xfrm>
            <a:off x="5233360" y="2523232"/>
            <a:ext cx="6296860" cy="1429643"/>
          </a:xfrm>
          <a:prstGeom prst="roundRect">
            <a:avLst>
              <a:gd name="adj" fmla="val 11899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1417" y="2731294"/>
            <a:ext cx="58807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Choose Your Track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41417" y="3139976"/>
            <a:ext cx="58807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a 30-second training video for instant AI breakdown, or manually log daily gym/fitness drills.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141887"/>
            <a:ext cx="6296860" cy="1429643"/>
          </a:xfrm>
          <a:prstGeom prst="roundRect">
            <a:avLst>
              <a:gd name="adj" fmla="val 11899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1417" y="4349948"/>
            <a:ext cx="58807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Precision Angle Correction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41417" y="4758630"/>
            <a:ext cx="58807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Spots mechanical flaws and compares your joint angles (e.g., 70degree vs 90degree target) to fix form instantly.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324"/>
            <a:ext cx="2741246" cy="287139"/>
          </a:xfrm>
          <a:prstGeom prst="roundRect">
            <a:avLst>
              <a:gd name="adj" fmla="val 47396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586978"/>
            <a:ext cx="31240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5: CORE FEATURES (THE MVP)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930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Built for Impact: MVP Scope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767185"/>
            <a:ext cx="5339820" cy="2185690"/>
          </a:xfrm>
          <a:prstGeom prst="roundRect">
            <a:avLst>
              <a:gd name="adj" fmla="val 7783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9531" y="1975247"/>
            <a:ext cx="567021" cy="567035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499" y="2131120"/>
            <a:ext cx="255085" cy="2550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9531" y="2731294"/>
            <a:ext cx="49237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Video Capture or Manual Log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9531" y="3139976"/>
            <a:ext cx="49237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Flexible entry for any workout routine.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90301" y="1767185"/>
            <a:ext cx="5339919" cy="2185690"/>
          </a:xfrm>
          <a:prstGeom prst="roundRect">
            <a:avLst>
              <a:gd name="adj" fmla="val 7783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98358" y="1975247"/>
            <a:ext cx="567021" cy="567035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4326" y="2131120"/>
            <a:ext cx="255085" cy="2550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98358" y="2731294"/>
            <a:ext cx="4923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 Form Analysis Engine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6398358" y="3139976"/>
            <a:ext cx="4923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Detects posture flaws and gives a clear "Form Score out of 100."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61475" y="4141887"/>
            <a:ext cx="5339820" cy="2185690"/>
          </a:xfrm>
          <a:prstGeom prst="roundRect">
            <a:avLst>
              <a:gd name="adj" fmla="val 7783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9531" y="4349948"/>
            <a:ext cx="567021" cy="567035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499" y="4505821"/>
            <a:ext cx="255085" cy="2550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9531" y="5105995"/>
            <a:ext cx="49237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Dynamic Drill Generator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869531" y="5514677"/>
            <a:ext cx="49237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a tailored 15-minute routine with targeted micro-drills.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190301" y="4141887"/>
            <a:ext cx="5339919" cy="2185690"/>
          </a:xfrm>
          <a:prstGeom prst="roundRect">
            <a:avLst>
              <a:gd name="adj" fmla="val 7783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98358" y="4349948"/>
            <a:ext cx="567021" cy="567035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54326" y="4505821"/>
            <a:ext cx="255085" cy="2550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98358" y="5105995"/>
            <a:ext cx="4923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Gamified Progress Tracker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6398358" y="5514677"/>
            <a:ext cx="4923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Tracks schedules, streaks, and points to keep users motivated.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6636"/>
            <a:ext cx="3696699" cy="287139"/>
          </a:xfrm>
          <a:prstGeom prst="roundRect">
            <a:avLst>
              <a:gd name="adj" fmla="val 47396"/>
            </a:avLst>
          </a:prstGeom>
          <a:solidFill>
            <a:srgbClr val="4B1E0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63290"/>
            <a:ext cx="407947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6: THE TECH STACK (POWERED BY GOOGLE)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693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High-Tech &amp; Zero-Cost Architecture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43497"/>
            <a:ext cx="5339820" cy="200937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9605" y="2101056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5881" y="272494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 / UI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75881" y="3133626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Flutter or Next.js (Cross-platform and responsive video handling).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1943497"/>
            <a:ext cx="5339919" cy="200937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18530" y="2101056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4708" y="272494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Computer Vision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404708" y="3133626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MediaPipe (Open-source, real-time skeletal body/joint tracking).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141887"/>
            <a:ext cx="5339820" cy="2009378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89605" y="4299446"/>
            <a:ext cx="283461" cy="2834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75881" y="492333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 Reasoning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875881" y="5332016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API / Google AI Studio (Translates movement data into customized coaching plans).</a:t>
            </a:r>
            <a:endParaRPr lang="en-US" sz="14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90301" y="4141887"/>
            <a:ext cx="5339919" cy="2009378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18530" y="4299446"/>
            <a:ext cx="283461" cy="28346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404708" y="492333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Backend &amp; Storage</a:t>
            </a:r>
            <a:endParaRPr lang="en-US" sz="1850" dirty="0"/>
          </a:p>
        </p:txBody>
      </p:sp>
      <p:sp>
        <p:nvSpPr>
          <p:cNvPr id="20" name="Text 10"/>
          <p:cNvSpPr/>
          <p:nvPr/>
        </p:nvSpPr>
        <p:spPr>
          <a:xfrm>
            <a:off x="6404708" y="5332016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Firebase Spark Plan (Free tier for secure video storage and profile history).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2026-09-18T01:03:16Z</dcterms:created>
  <dcterms:modified xsi:type="dcterms:W3CDTF">2026-09-18T01:03:16Z</dcterms:modified>
</cp:coreProperties>
</file>